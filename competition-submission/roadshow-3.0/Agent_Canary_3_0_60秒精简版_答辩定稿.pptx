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cfc2cfe81b446a" /><Relationship Type="http://schemas.openxmlformats.org/officeDocument/2006/relationships/extended-properties" Target="/docProps/app.xml" Id="R530252d895644d73" /><Relationship Type="http://schemas.openxmlformats.org/officeDocument/2006/relationships/officeDocument" Target="/ppt/presentation.xml" Id="Re525f6ca451344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8d9f83958140db"/>
  </p:sldMasterIdLst>
  <p:notesMasterIdLst>
    <p:notesMasterId xmlns:r="http://schemas.openxmlformats.org/officeDocument/2006/relationships" r:id="Rb6548de6d6dd4000"/>
  </p:notesMasterIdLst>
  <p:sldIdLst>
    <p:sldId xmlns:r="http://schemas.openxmlformats.org/officeDocument/2006/relationships" id="256" r:id="R0fad05a92cd24b23"/>
    <p:sldId xmlns:r="http://schemas.openxmlformats.org/officeDocument/2006/relationships" id="257" r:id="Rdb682f2acac34899"/>
    <p:sldId xmlns:r="http://schemas.openxmlformats.org/officeDocument/2006/relationships" id="258" r:id="Rc23586d7c76644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2a6dd61fd1493b" /><Relationship Type="http://schemas.openxmlformats.org/officeDocument/2006/relationships/slideMaster" Target="/ppt/slideMasters/slideMaster1.xml" Id="R4f8d9f83958140db" /><Relationship Type="http://schemas.openxmlformats.org/officeDocument/2006/relationships/notesMaster" Target="/ppt/notesMasters/notesMaster1.xml" Id="Rb6548de6d6dd4000" /><Relationship Type="http://schemas.openxmlformats.org/officeDocument/2006/relationships/presProps" Target="/ppt/presProps.xml" Id="R648481956dee4869" /><Relationship Type="http://schemas.openxmlformats.org/officeDocument/2006/relationships/tableStyles" Target="/ppt/tableStyles.xml" Id="R3033c4e9bb824bad" /><Relationship Type="http://schemas.openxmlformats.org/officeDocument/2006/relationships/slide" Target="/ppt/slides/slide1.xml" Id="R0fad05a92cd24b23" /><Relationship Type="http://schemas.openxmlformats.org/officeDocument/2006/relationships/slide" Target="/ppt/slides/slide2.xml" Id="Rdb682f2acac34899" /><Relationship Type="http://schemas.openxmlformats.org/officeDocument/2006/relationships/slide" Target="/ppt/slides/slide3.xml" Id="Rc23586d7c76644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26ca82447641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7286910a7e4417" /><Relationship Type="http://schemas.openxmlformats.org/officeDocument/2006/relationships/notesMaster" Target="/ppt/notesMasters/notesMaster1.xml" Id="Rfbe78b18b28547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695018818d47c6" /><Relationship Type="http://schemas.openxmlformats.org/officeDocument/2006/relationships/notesMaster" Target="/ppt/notesMasters/notesMaster1.xml" Id="R417dc82ae75d49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e26cfd26144fdf" /><Relationship Type="http://schemas.openxmlformats.org/officeDocument/2006/relationships/notesMaster" Target="/ppt/notesMasters/notesMaster1.xml" Id="R6fbee13c2a234f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15 秒。</a:t>
            </a:r>
          </a:p>
          <a:p xmlns:a="http://schemas.openxmlformats.org/drawingml/2006/main">
            <a:r>
              <a:t>Agent Canary用可信入口控制AI Agent工具调用，并让评委核对危险效果。它面向自建Agent与受控工具链。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docs/3.0/FINAL_COMPETITION_READINESS.md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25 秒。</a:t>
            </a:r>
          </a:p>
          <a:p xmlns:a="http://schemas.openxmlformats.org/drawingml/2006/main">
            <a:r>
              <a:t>网关在模型调用前检查权限。冻结后真实Qwen小样本中，攻击效果4/24降至0/24，但仅6/24任务有拒绝。正常任务8/8。未尝试攻击不算拦截，不能推出总体百分百防护。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security-lab/evidence/2026-10-11T15-04-14-292Z/results.json</a:t>
            </a:r>
          </a:p>
          <a:p xmlns:a="http://schemas.openxmlformats.org/drawingml/2006/main">
            <a:r>
              <a:t>competition-submission/roadshow-3.0/evidence/FROZEN_FACTS.json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20 秒。</a:t>
            </a:r>
          </a:p>
          <a:p xmlns:a="http://schemas.openxmlformats.org/drawingml/2006/main">
            <a:r>
              <a:t>项目免费MIT开源，公开原始实验和目标观察。当前验证限受控SDK，不是第三方Agent全局防护。下一步优先外部复现和一个可信宿主入口验证。谢谢。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docs/3.0/SECURITY_BOUNDARIES.md</a:t>
            </a:r>
          </a:p>
          <a:p xmlns:a="http://schemas.openxmlformats.org/drawingml/2006/main">
            <a:r>
              <a:t>docs/3.0/AGENT_COVERAGE_MATRIX.md</a:t>
            </a:r>
          </a:p>
          <a:p xmlns:a="http://schemas.openxmlformats.org/drawingml/2006/main">
            <a:r>
              <a:t>test/gateway-acceptance.test.ts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a43d90bda41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e967766d44b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e12126921f41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e9ffa5d9648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4771232344d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d065226d945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B9BB62-D796-47BE-9268-23CD015867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92EB2D-3E16-44CF-907C-81DE4F7449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3690B66-BE14-44A6-900C-DB8FEC1281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B81F49-08F1-4BA5-9569-E3855E359A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6297C6-DEC0-40CE-BA7C-11E0152436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AFDB86-33B3-4147-BD3C-F211B230BC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EA1613-218C-4706-9E83-C8BD468C85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EB02D2-3EF1-4645-ACE3-CBDD26A677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2BE783-2145-4607-887C-1B2B623F3C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3F6897-6C76-4889-AA3E-B9CC285F9F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0aacd996fa46ef" /><Relationship Type="http://schemas.openxmlformats.org/officeDocument/2006/relationships/slideLayout" Target="/ppt/slideLayouts/slideLayout1.xml" Id="Rd9972284dc714b84" /><Relationship Type="http://schemas.openxmlformats.org/officeDocument/2006/relationships/slideLayout" Target="/ppt/slideLayouts/slideLayout2.xml" Id="Rab736a840fb64067" /><Relationship Type="http://schemas.openxmlformats.org/officeDocument/2006/relationships/slideLayout" Target="/ppt/slideLayouts/slideLayout3.xml" Id="R60c1d156d06140b8" /><Relationship Type="http://schemas.openxmlformats.org/officeDocument/2006/relationships/slideLayout" Target="/ppt/slideLayouts/slideLayout4.xml" Id="Rc202ff6e0b374ab3" /><Relationship Type="http://schemas.openxmlformats.org/officeDocument/2006/relationships/slideLayout" Target="/ppt/slideLayouts/slideLayout5.xml" Id="R3586eeb44461466d" /><Relationship Type="http://schemas.openxmlformats.org/officeDocument/2006/relationships/slideLayout" Target="/ppt/slideLayouts/slideLayout6.xml" Id="Rc2ca0e4288e44b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972284dc714b84"/>
    <p:sldLayoutId xmlns:r="http://schemas.openxmlformats.org/officeDocument/2006/relationships" id="2147483650" r:id="Rab736a840fb64067"/>
    <p:sldLayoutId xmlns:r="http://schemas.openxmlformats.org/officeDocument/2006/relationships" id="2147483651" r:id="R60c1d156d06140b8"/>
    <p:sldLayoutId xmlns:r="http://schemas.openxmlformats.org/officeDocument/2006/relationships" id="2147483652" r:id="Rc202ff6e0b374ab3"/>
    <p:sldLayoutId xmlns:r="http://schemas.openxmlformats.org/officeDocument/2006/relationships" id="2147483653" r:id="R3586eeb44461466d"/>
    <p:sldLayoutId xmlns:r="http://schemas.openxmlformats.org/officeDocument/2006/relationships" id="2147483654" r:id="Rc2ca0e4288e44b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aaf93e245b4057" /><Relationship Type="http://schemas.openxmlformats.org/officeDocument/2006/relationships/notesSlide" Target="/ppt/notesSlides/notesSlide1.xml" Id="R609ec386b5044d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0650d795384df2" /><Relationship Type="http://schemas.openxmlformats.org/officeDocument/2006/relationships/chart" Target="/ppt/slides/charts/chart1.xml" Id="Rf209f83ae21243c1" /><Relationship Type="http://schemas.openxmlformats.org/officeDocument/2006/relationships/notesSlide" Target="/ppt/notesSlides/notesSlide2.xml" Id="R07221cba71af43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aa946f7ee647c1" /><Relationship Type="http://schemas.openxmlformats.org/officeDocument/2006/relationships/notesSlide" Target="/ppt/notesSlides/notesSlide3.xml" Id="R64003d1cc959458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实际攻击效果次数</c:v>
          </c:tx>
          <c:spPr>
            <a:solidFill xmlns:a="http://schemas.openxmlformats.org/drawingml/2006/main">
              <a:srgbClr val="087C76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A 无保护</c:v>
                </c:pt>
                <c:pt idx="1">
                  <c:v>F 完整系统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</c:v>
                </c:pt>
                <c:pt idx="1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7F8FA"/>
        </a:solidFill>
      </c:spPr>
    </c:plotArea>
    <c:plotVisOnly val="1"/>
  </c:chart>
  <c:spPr>
    <a:solidFill xmlns:a="http://schemas.openxmlformats.org/drawingml/2006/main">
      <a:srgbClr val="F7F8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861E8-8040-4AB7-BDAC-831F2299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FC7D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AFC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FC7DD"/>
                </a:solidFill>
                <a:latin typeface="Microsoft YaHei"/>
                <a:ea typeface="Microsoft YaHei"/>
                <a:cs typeface="Microsoft YaHei"/>
              </a:rPr>
              <a:t>2026 上海开源软件应用创新大赛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FAB2C-9AE0-4FAB-B6B8-ABC6E188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Canary 3.0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4E33D-6EBE-4640-887F-6CCA255E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84D8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84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0">
                <a:solidFill>
                  <a:srgbClr val="84D8D0"/>
                </a:solidFill>
                <a:latin typeface="Microsoft YaHei"/>
                <a:ea typeface="Microsoft YaHei"/>
                <a:cs typeface="Microsoft YaHei"/>
              </a:rPr>
              <a:t>可验证的 AI Agent 执行前安全控制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74EAE-08DA-4EC5-B228-249E05F5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rPr>
              <a:t>可验证的执行前控制，保护登记工具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2BC6D-132E-4C4D-A8A6-94025C1E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815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rPr>
              <a:t>唐林博豪 · 闽江大学 · MIT Community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66D55-F017-4618-A1CD-624A4A80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EB7C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EB7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EB7CF"/>
                </a:solidFill>
                <a:latin typeface="Microsoft YaHei"/>
                <a:ea typeface="Microsoft YaHei"/>
                <a:cs typeface="Microsoft YaHei"/>
              </a:rPr>
              <a:t>99660b36 · 限定受控 SDK 工具 · 1/3</a:t>
            </a:r>
          </a:p>
        </p:txBody>
      </p:sp>
    </p:spTree>
    <p:extLst>
      <p:ext uri="{BB962C8B-B14F-4D97-AF65-F5344CB8AC3E}">
        <p14:creationId xmlns:p14="http://schemas.microsoft.com/office/powerpoint/2010/main" val="2618868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CF838-E025-40ED-9B76-F3DDCEB0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456D4-48FB-4906-8ACB-B1B8B6F4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真实 Qwen 留出对照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EE825-2A93-4555-B118-8536D37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本批实际攻击效果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B4F55-AE01-43F2-B0A3-412F0C9B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rPr>
              <a:t>4/24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E9120-4D6D-4550-920D-ED1245C6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A 无保护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1B7A2-47BA-4417-B4D4-A5DA33D9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0/24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4831F-41C8-4719-82C3-A0FC5545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F 完整系统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989DA681-18B7-437C-BCD9-A10D4D2A3EDB}"/>
              </a:ext>
            </a:extLst>
          </p:cNvPr>
          <p:cNvGraphicFramePr/>
          <p:nvPr/>
        </p:nvGraphicFramePr>
        <p:xfrm>
          <a:off xmlns:a="http://schemas.openxmlformats.org/drawingml/2006/main" x="4591050" y="2124075"/>
          <a:ext xmlns:a="http://schemas.openxmlformats.org/drawingml/2006/main" cx="67246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09f83ae21243c1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272D6-65CE-4E7A-8A5F-A86A08EA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19700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F 有拒绝任务 6/24     正常任务 A/F 均 8/8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2736A-29FE-4DCF-8FB4-3391004F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762625"/>
            <a:ext cx="681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12 攻击文本 × 2 次重复；作者知情、固定种子、重复相关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5044D-F7D5-419B-8F90-CD4EBB2C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2/3</a:t>
            </a:r>
          </a:p>
        </p:txBody>
      </p:sp>
    </p:spTree>
    <p:extLst>
      <p:ext uri="{BB962C8B-B14F-4D97-AF65-F5344CB8AC3E}">
        <p14:creationId xmlns:p14="http://schemas.microsoft.com/office/powerpoint/2010/main" val="14260389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53CC6-42AE-431C-AB30-899C7159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E8769-CCBB-44BC-98F6-118D352F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公开证据与验证边界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593C7-E375-43EC-8251-7E55343F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免费包、源码、原始实验与复现套件公开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2A269-C2FF-49AB-8432-EF69E759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验证仅限受控 SDK，原生宿主全局覆盖未验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1B5D3-1330-444D-9179-2B3D842F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AI / 自适应独立收益和 E4 仍待补齐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BF3EB-D1B6-4BDD-AC95-3616333B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rPr>
              <a:t>0/24 是本批观察，不能表示 100% 防护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A4806-7341-4D21-B40D-1F96AD48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3/3</a:t>
            </a:r>
          </a:p>
        </p:txBody>
      </p:sp>
    </p:spTree>
    <p:extLst>
      <p:ext uri="{BB962C8B-B14F-4D97-AF65-F5344CB8AC3E}">
        <p14:creationId xmlns:p14="http://schemas.microsoft.com/office/powerpoint/2010/main" val="1678736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2026-10-11T16:59:48.2460000Z</dcterms:created>
  <dcterms:modified xsi:type="dcterms:W3CDTF">2026-10-11T16:59:48.2460000Z</dcterms:modified>
</coreProperties>
</file>