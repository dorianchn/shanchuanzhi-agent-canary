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4c6ef73a5546ca" /><Relationship Type="http://schemas.openxmlformats.org/officeDocument/2006/relationships/extended-properties" Target="/docProps/app.xml" Id="R10e6c0846b424e44" /><Relationship Type="http://schemas.openxmlformats.org/officeDocument/2006/relationships/officeDocument" Target="/ppt/presentation.xml" Id="Rcd18368f3c6d4d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338626052549bf"/>
  </p:sldMasterIdLst>
  <p:notesMasterIdLst>
    <p:notesMasterId xmlns:r="http://schemas.openxmlformats.org/officeDocument/2006/relationships" r:id="Ref8b30da08c04c68"/>
  </p:notesMasterIdLst>
  <p:sldIdLst>
    <p:sldId xmlns:r="http://schemas.openxmlformats.org/officeDocument/2006/relationships" id="256" r:id="Rcd5da10256fe4b8b"/>
    <p:sldId xmlns:r="http://schemas.openxmlformats.org/officeDocument/2006/relationships" id="257" r:id="R7d4d4c57b4bd41b5"/>
    <p:sldId xmlns:r="http://schemas.openxmlformats.org/officeDocument/2006/relationships" id="258" r:id="R3fac1a3a289445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ed198938cb4469" /><Relationship Type="http://schemas.openxmlformats.org/officeDocument/2006/relationships/slideMaster" Target="/ppt/slideMasters/slideMaster1.xml" Id="R68338626052549bf" /><Relationship Type="http://schemas.openxmlformats.org/officeDocument/2006/relationships/notesMaster" Target="/ppt/notesMasters/notesMaster1.xml" Id="Ref8b30da08c04c68" /><Relationship Type="http://schemas.openxmlformats.org/officeDocument/2006/relationships/presProps" Target="/ppt/presProps.xml" Id="R018dbd0f2e1c45ce" /><Relationship Type="http://schemas.openxmlformats.org/officeDocument/2006/relationships/tableStyles" Target="/ppt/tableStyles.xml" Id="Rc1717dfeb97b4293" /><Relationship Type="http://schemas.openxmlformats.org/officeDocument/2006/relationships/slide" Target="/ppt/slides/slide1.xml" Id="Rcd5da10256fe4b8b" /><Relationship Type="http://schemas.openxmlformats.org/officeDocument/2006/relationships/slide" Target="/ppt/slides/slide2.xml" Id="R7d4d4c57b4bd41b5" /><Relationship Type="http://schemas.openxmlformats.org/officeDocument/2006/relationships/slide" Target="/ppt/slides/slide3.xml" Id="R3fac1a3a289445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14140a06f241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d65b8a83174d96" /><Relationship Type="http://schemas.openxmlformats.org/officeDocument/2006/relationships/notesMaster" Target="/ppt/notesMasters/notesMaster1.xml" Id="Ra2afdb913d1447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41eb3106764ad8" /><Relationship Type="http://schemas.openxmlformats.org/officeDocument/2006/relationships/notesMaster" Target="/ppt/notesMasters/notesMaster1.xml" Id="Rffb5b429135942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4042fb7a3a4a21" /><Relationship Type="http://schemas.openxmlformats.org/officeDocument/2006/relationships/notesMaster" Target="/ppt/notesMasters/notesMaster1.xml" Id="R4e18e3a48a554a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15 秒。</a:t>
            </a:r>
          </a:p>
          <a:p xmlns:a="http://schemas.openxmlformats.org/drawingml/2006/main">
            <a:r>
              <a:t>Agent Canary用可信入口控制AI Agent工具调用，并让评委核对危险效果。它面向自建Agent与受控工具链。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docs/3.0/FINAL_COMPETITION_READINESS.md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25 秒。</a:t>
            </a:r>
          </a:p>
          <a:p xmlns:a="http://schemas.openxmlformats.org/drawingml/2006/main">
            <a:r>
              <a:t>网关在模型调用前检查权限。冻结后真实Qwen小样本中，攻击效果4/24降至0/24，但仅6/24任务有拒绝。正常任务8/8。未尝试攻击不算拦截，不能推出总体百分百防护。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security-lab/evidence/2026-10-11T15-04-14-292Z/results.json</a:t>
            </a:r>
          </a:p>
          <a:p xmlns:a="http://schemas.openxmlformats.org/drawingml/2006/main">
            <a:r>
              <a:t>competition-submission/roadshow-3.0/evidence/FROZEN_FACTS.json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 20 秒。</a:t>
            </a:r>
          </a:p>
          <a:p xmlns:a="http://schemas.openxmlformats.org/drawingml/2006/main">
            <a:r>
              <a:t>免费候选和原始证据公开，目前保护仅限受控SDK，0/24不能表示100%防护。未来先确认开发容量，积累真实维护与外部复现，再做版本化插件接口和一个可信宿主验收。这些都是未来门槛，不是已经验证的能力。谢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</a:t>
            </a:r>
          </a:p>
          <a:p xmlns:a="http://schemas.openxmlformats.org/drawingml/2006/main">
            <a:r>
              <a:t>docs/3.0/SECURITY_BOUNDARIES.md</a:t>
            </a:r>
          </a:p>
          <a:p xmlns:a="http://schemas.openxmlformats.org/drawingml/2006/main">
            <a:r>
              <a:t>docs/3.0/AGENT_COVERAGE_MATRIX.md</a:t>
            </a:r>
          </a:p>
          <a:p xmlns:a="http://schemas.openxmlformats.org/drawingml/2006/main">
            <a:r>
              <a:t>test/gateway-acceptance.test.ts</a:t>
            </a:r>
          </a:p>
          <a:p xmlns:a="http://schemas.openxmlformats.org/drawingml/2006/main">
            <a:r>
              <a:t>competition-submission/roadshow-3.0/development-plan-update/DEVELOPMENT_EVIDENCE_GATES.md</a:t>
            </a:r>
          </a:p>
          <a:p xmlns:a="http://schemas.openxmlformats.org/drawingml/2006/main">
            <a:r>
              <a:t>docs/competition/score-review-2026-10-12/MAINTENANCE_CAPACITY_AND_GATES.md</a:t>
            </a:r>
          </a:p>
          <a:p xmlns:a="http://schemas.openxmlformats.org/drawingml/2006/main">
            <a:r>
              <a:t>docs/competition/score-review-2026-10-12/MAINTENANCE_REVIEW_LOG.md</a:t>
            </a:r>
          </a:p>
          <a:p xmlns:a="http://schemas.openxmlformats.org/drawingml/2006/main">
            <a:r>
              <a:t>docs/competition/score-review-2026-10-12/EXTENSION_CONTRACT_SNAPSHOT.md</a:t>
            </a:r>
          </a:p>
          <a:p xmlns:a="http://schemas.openxmlformats.org/drawingml/2006/main">
            <a:r>
              <a:t>完整运行时 SHA：99660b36db9d5b1121eea6fe06b026c5f1e36bcf</a:t>
            </a:r>
          </a:p>
          <a:p xmlns:a="http://schemas.openxmlformats.org/drawingml/2006/main">
            <a:r>
              <a:t>真实模型结果为冻结已保存记录。DEMO为操作者触发的真实临时I/O。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459ff289742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8c0e9679b4b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2559d1405c41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5b58b1c104a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684bfced942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24bd52c0144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766605-DA72-4DC0-82FC-F0DB73BF7C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DD9E54-B19D-499B-937E-615DD99637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6E68F1A-3831-4D99-A306-387096421C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DD4ED4-0D37-4419-8BB2-D4F3498A5C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73B790-32F5-4650-9EE5-7688D6CA4C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23544E-DB86-4256-BC4F-F87D7332C0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1ECB58-0102-4D47-9A4E-DFAE5426CB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3EF342-9A21-436A-8B76-ACA96D95A5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148BB7-FEDE-4D26-8625-CA0A29A128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C6D311-C26B-41F8-A866-996468EC7E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483ca9162148f1" /><Relationship Type="http://schemas.openxmlformats.org/officeDocument/2006/relationships/slideLayout" Target="/ppt/slideLayouts/slideLayout1.xml" Id="Ra61b5c17183f4f5c" /><Relationship Type="http://schemas.openxmlformats.org/officeDocument/2006/relationships/slideLayout" Target="/ppt/slideLayouts/slideLayout2.xml" Id="R761d1fa9a1464795" /><Relationship Type="http://schemas.openxmlformats.org/officeDocument/2006/relationships/slideLayout" Target="/ppt/slideLayouts/slideLayout3.xml" Id="R52e957525f3c4201" /><Relationship Type="http://schemas.openxmlformats.org/officeDocument/2006/relationships/slideLayout" Target="/ppt/slideLayouts/slideLayout4.xml" Id="Re0751bb1dac04181" /><Relationship Type="http://schemas.openxmlformats.org/officeDocument/2006/relationships/slideLayout" Target="/ppt/slideLayouts/slideLayout5.xml" Id="Re99fc52c34474132" /><Relationship Type="http://schemas.openxmlformats.org/officeDocument/2006/relationships/slideLayout" Target="/ppt/slideLayouts/slideLayout6.xml" Id="Rbb8a656a84944a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1b5c17183f4f5c"/>
    <p:sldLayoutId xmlns:r="http://schemas.openxmlformats.org/officeDocument/2006/relationships" id="2147483650" r:id="R761d1fa9a1464795"/>
    <p:sldLayoutId xmlns:r="http://schemas.openxmlformats.org/officeDocument/2006/relationships" id="2147483651" r:id="R52e957525f3c4201"/>
    <p:sldLayoutId xmlns:r="http://schemas.openxmlformats.org/officeDocument/2006/relationships" id="2147483652" r:id="Re0751bb1dac04181"/>
    <p:sldLayoutId xmlns:r="http://schemas.openxmlformats.org/officeDocument/2006/relationships" id="2147483653" r:id="Re99fc52c34474132"/>
    <p:sldLayoutId xmlns:r="http://schemas.openxmlformats.org/officeDocument/2006/relationships" id="2147483654" r:id="Rbb8a656a84944a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a36c90ef5a4a89" /><Relationship Type="http://schemas.openxmlformats.org/officeDocument/2006/relationships/notesSlide" Target="/ppt/notesSlides/notesSlide1.xml" Id="Rcaeff2de9a6f4a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42427259ca4433" /><Relationship Type="http://schemas.openxmlformats.org/officeDocument/2006/relationships/chart" Target="/ppt/slides/charts/chart1.xml" Id="R25cd74c4d15e4dc4" /><Relationship Type="http://schemas.openxmlformats.org/officeDocument/2006/relationships/notesSlide" Target="/ppt/notesSlides/notesSlide2.xml" Id="R1b118e61d28840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9a536af4ed4b8f" /><Relationship Type="http://schemas.openxmlformats.org/officeDocument/2006/relationships/notesSlide" Target="/ppt/notesSlides/notesSlide3.xml" Id="R4b2965fdbf704f8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实际攻击效果次数</c:v>
          </c:tx>
          <c:spPr>
            <a:solidFill xmlns:a="http://schemas.openxmlformats.org/drawingml/2006/main">
              <a:srgbClr val="087C76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A 无保护</c:v>
                </c:pt>
                <c:pt idx="1">
                  <c:v>F 完整系统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2A4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7F8FA"/>
        </a:solidFill>
      </c:spPr>
    </c:plotArea>
    <c:plotVisOnly val="1"/>
  </c:chart>
  <c:spPr>
    <a:solidFill xmlns:a="http://schemas.openxmlformats.org/drawingml/2006/main">
      <a:srgbClr val="F7F8FA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8F379-2C2C-4AC3-92C2-5707A769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FC7DD"/>
                </a:solidFill>
                <a:latin typeface="Microsoft YaHei"/>
                <a:ea typeface="Microsoft YaHei"/>
                <a:cs typeface="Microsoft YaHei"/>
              </a:rPr>
              <a:t>2026 上海开源软件应用创新大赛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37127-BCB7-4791-A132-8274B22B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Canary 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94770-2467-41B7-8055-4907E715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84D8D0"/>
                </a:solidFill>
                <a:latin typeface="Microsoft YaHei"/>
                <a:ea typeface="Microsoft YaHei"/>
                <a:cs typeface="Microsoft YaHei"/>
              </a:rPr>
              <a:t>可验证的 AI Agent 执行前安全控制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12AEC-0C76-4BF3-8476-0C23DEB6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可验证的执行前控制，保护登记工具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0EA17-8DF7-484E-B2B3-F3350BF9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815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1DEEA"/>
                </a:solidFill>
                <a:latin typeface="Microsoft YaHei"/>
                <a:ea typeface="Microsoft YaHei"/>
                <a:cs typeface="Microsoft YaHei"/>
              </a:rPr>
              <a:t>唐林博豪 · 闽江大学 · MIT Community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C8CA1-8C80-493B-98D7-84883292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EB7CF"/>
                </a:solidFill>
                <a:latin typeface="Microsoft YaHei"/>
                <a:ea typeface="Microsoft YaHei"/>
                <a:cs typeface="Microsoft YaHei"/>
              </a:rPr>
              <a:t>99660b36 · 限定受控 SDK 工具 · 1/3</a:t>
            </a:r>
          </a:p>
        </p:txBody>
      </p:sp>
    </p:spTree>
    <p:extLst>
      <p:ext uri="{BB962C8B-B14F-4D97-AF65-F5344CB8AC3E}">
        <p14:creationId xmlns:p14="http://schemas.microsoft.com/office/powerpoint/2010/main" val="13979646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C6729-BAAD-4D59-8E6C-98E0FEFA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4A3E6-C031-4841-BE55-7C97DE0A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真实 Qwen 留出对照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86467-045C-41F7-853B-9391532F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本批实际攻击效果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25FEA-1C13-4875-B7FA-7A612876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4/24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8AA82-7EBF-49D5-89E8-2021D98E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A 无保护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A9737-012E-44FD-B49A-26B12F63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0/24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38CA1-E47A-4E8B-8893-FFE1E1DA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 完整系统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44CC0EFA-8B42-412E-92C5-080F4AFB8CB9}"/>
              </a:ext>
            </a:extLst>
          </p:cNvPr>
          <p:cNvGraphicFramePr/>
          <p:nvPr/>
        </p:nvGraphicFramePr>
        <p:xfrm>
          <a:off xmlns:a="http://schemas.openxmlformats.org/drawingml/2006/main" x="4591050" y="2124075"/>
          <a:ext xmlns:a="http://schemas.openxmlformats.org/drawingml/2006/main" cx="67246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cd74c4d15e4dc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CD539-8672-4FBE-86B2-9780E77D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19700"/>
            <a:ext cx="681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F 有拒绝任务 6/24     正常任务 A/F 均 8/8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BCA2A-551B-437E-BCFB-0CB707EB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762625"/>
            <a:ext cx="681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12 攻击文本 × 2 次重复；作者知情、固定种子、重复相关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1282B-5CC2-4532-A0F4-9358E3FE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2/3</a:t>
            </a:r>
          </a:p>
        </p:txBody>
      </p:sp>
    </p:spTree>
    <p:extLst>
      <p:ext uri="{BB962C8B-B14F-4D97-AF65-F5344CB8AC3E}">
        <p14:creationId xmlns:p14="http://schemas.microsoft.com/office/powerpoint/2010/main" val="1683586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B2836-714C-4E71-9043-81CA2CAE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76"/>
                </a:solidFill>
                <a:latin typeface="Microsoft YaHei"/>
                <a:ea typeface="Microsoft YaHei"/>
                <a:cs typeface="Microsoft YaHei"/>
              </a:rPr>
              <a:t>技术路演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D03F2-CED5-4873-B9B5-A4667821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0991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公开证据与验证边界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241A0-6B6E-4D25-9D2E-33B634F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2A43"/>
                </a:solidFill>
                <a:latin typeface="Microsoft YaHei"/>
                <a:ea typeface="Microsoft YaHei"/>
                <a:cs typeface="Microsoft YaHei"/>
              </a:rPr>
              <a:t>免费候选与原始证据公开；仅限受控 SDK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6F3DF-4578-432F-81BE-46F375A1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下一步：确认容量、积累维护、外部复现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E679C-F910-407D-8493-E0B9EEDA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101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3.1：版本化插件接口与可信宿主验收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DE6B1-8260-4786-9FF9-C855C9AE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54B40"/>
                </a:solidFill>
                <a:latin typeface="Microsoft YaHei"/>
                <a:ea typeface="Microsoft YaHei"/>
                <a:cs typeface="Microsoft YaHei"/>
              </a:rPr>
              <a:t>0/24 是本批观察，不能表示 100% 防护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CCB29-97A6-42E8-9A5C-3F4914B3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A7A"/>
                </a:solidFill>
                <a:latin typeface="Microsoft YaHei"/>
                <a:ea typeface="Microsoft YaHei"/>
                <a:cs typeface="Microsoft YaHei"/>
              </a:rPr>
              <a:t>99660b36 · 限定受控 SDK 工具 · 3/3</a:t>
            </a:r>
          </a:p>
        </p:txBody>
      </p:sp>
    </p:spTree>
    <p:extLst>
      <p:ext uri="{BB962C8B-B14F-4D97-AF65-F5344CB8AC3E}">
        <p14:creationId xmlns:p14="http://schemas.microsoft.com/office/powerpoint/2010/main" val="118498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2026-10-12T01:01:31.5250000Z</dcterms:created>
  <dcterms:modified xsi:type="dcterms:W3CDTF">2026-10-12T01:01:31.5250000Z</dcterms:modified>
</coreProperties>
</file>