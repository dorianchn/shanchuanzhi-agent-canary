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f8b18580bf46e8" /><Relationship Type="http://schemas.openxmlformats.org/officeDocument/2006/relationships/extended-properties" Target="/docProps/app.xml" Id="R7ee3df39c9494542" /><Relationship Type="http://schemas.openxmlformats.org/officeDocument/2006/relationships/officeDocument" Target="/ppt/presentation.xml" Id="R6e85e0bd17d54c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c6cb24bbfd4301"/>
  </p:sldMasterIdLst>
  <p:notesMasterIdLst>
    <p:notesMasterId xmlns:r="http://schemas.openxmlformats.org/officeDocument/2006/relationships" r:id="R9765e837042d48d8"/>
  </p:notesMasterIdLst>
  <p:sldIdLst>
    <p:sldId xmlns:r="http://schemas.openxmlformats.org/officeDocument/2006/relationships" id="256" r:id="Rf7e274cbb2d74fe4"/>
    <p:sldId xmlns:r="http://schemas.openxmlformats.org/officeDocument/2006/relationships" id="257" r:id="Rb81a70f214a04be5"/>
    <p:sldId xmlns:r="http://schemas.openxmlformats.org/officeDocument/2006/relationships" id="258" r:id="R2eb0aae3bbe84088"/>
    <p:sldId xmlns:r="http://schemas.openxmlformats.org/officeDocument/2006/relationships" id="259" r:id="R10ba10a14f3b4150"/>
    <p:sldId xmlns:r="http://schemas.openxmlformats.org/officeDocument/2006/relationships" id="260" r:id="R25dd3c74d4414313"/>
    <p:sldId xmlns:r="http://schemas.openxmlformats.org/officeDocument/2006/relationships" id="261" r:id="R9bc1f4d8e93241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f70e41e4e143c1" /><Relationship Type="http://schemas.openxmlformats.org/officeDocument/2006/relationships/slideMaster" Target="/ppt/slideMasters/slideMaster1.xml" Id="Rbcc6cb24bbfd4301" /><Relationship Type="http://schemas.openxmlformats.org/officeDocument/2006/relationships/notesMaster" Target="/ppt/notesMasters/notesMaster1.xml" Id="R9765e837042d48d8" /><Relationship Type="http://schemas.openxmlformats.org/officeDocument/2006/relationships/presProps" Target="/ppt/presProps.xml" Id="R960927ada88e4d55" /><Relationship Type="http://schemas.openxmlformats.org/officeDocument/2006/relationships/tableStyles" Target="/ppt/tableStyles.xml" Id="R35f18acab1bc4151" /><Relationship Type="http://schemas.openxmlformats.org/officeDocument/2006/relationships/slide" Target="/ppt/slides/slide1.xml" Id="Rf7e274cbb2d74fe4" /><Relationship Type="http://schemas.openxmlformats.org/officeDocument/2006/relationships/slide" Target="/ppt/slides/slide2.xml" Id="Rb81a70f214a04be5" /><Relationship Type="http://schemas.openxmlformats.org/officeDocument/2006/relationships/slide" Target="/ppt/slides/slide3.xml" Id="R2eb0aae3bbe84088" /><Relationship Type="http://schemas.openxmlformats.org/officeDocument/2006/relationships/slide" Target="/ppt/slides/slide4.xml" Id="R10ba10a14f3b4150" /><Relationship Type="http://schemas.openxmlformats.org/officeDocument/2006/relationships/slide" Target="/ppt/slides/slide5.xml" Id="R25dd3c74d4414313" /><Relationship Type="http://schemas.openxmlformats.org/officeDocument/2006/relationships/slide" Target="/ppt/slides/slide6.xml" Id="R9bc1f4d8e93241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3ae182b7eb44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ef975e9de3405d" /><Relationship Type="http://schemas.openxmlformats.org/officeDocument/2006/relationships/notesMaster" Target="/ppt/notesMasters/notesMaster1.xml" Id="R3d8fdbf5ee264a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618cd8b13d469b" /><Relationship Type="http://schemas.openxmlformats.org/officeDocument/2006/relationships/notesMaster" Target="/ppt/notesMasters/notesMaster1.xml" Id="R2baa2f01331449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f02365ddbe4ce9" /><Relationship Type="http://schemas.openxmlformats.org/officeDocument/2006/relationships/notesMaster" Target="/ppt/notesMasters/notesMaster1.xml" Id="R5390a35d668a47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3ea47c4e6c4874" /><Relationship Type="http://schemas.openxmlformats.org/officeDocument/2006/relationships/notesMaster" Target="/ppt/notesMasters/notesMaster1.xml" Id="Rb8949ddabc7b4a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bb02d7be1d4523" /><Relationship Type="http://schemas.openxmlformats.org/officeDocument/2006/relationships/notesMaster" Target="/ppt/notesMasters/notesMaster1.xml" Id="R1202b85f435f47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068fa21b564a22" /><Relationship Type="http://schemas.openxmlformats.org/officeDocument/2006/relationships/notesMaster" Target="/ppt/notesMasters/notesMaster1.xml" Id="R86ce838fb9fb44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15 秒。</a:t>
            </a:r>
          </a:p>
          <a:p xmlns:a="http://schemas.openxmlformats.org/drawingml/2006/main">
            <a:r>
              <a:t>各位评委好，我是唐林博豪。Agent Canary 面向能够调用工具的 AI Agent，目标是在可信入口检查权限，并让第三方核对实际目标效果。今天展示限定受控 SDK 的工程证据，不作全局防护承诺。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docs/3.0/FINAL_COMPETITION_READINESS.md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30 秒。</a:t>
            </a:r>
          </a:p>
          <a:p xmlns:a="http://schemas.openxmlformats.org/drawingml/2006/main">
            <a:r>
              <a:t>模型只持有 dispatch。宿主持有工具描述、文件句柄和审批能力。网关在执行前检查参数与最小权限，必要时要求人工审批。文件使用预持有句柄，命令采用固定程序和参数，网络限制批准目标。该入口控制登记能力，不是系统调用级沙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src/runtime/gateway.ts</a:t>
            </a:r>
          </a:p>
          <a:p xmlns:a="http://schemas.openxmlformats.org/drawingml/2006/main">
            <a:r>
              <a:t>docs/3.0/SECURITY_BOUNDARIES.md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40 秒。</a:t>
            </a:r>
          </a:p>
          <a:p xmlns:a="http://schemas.openxmlformats.org/drawingml/2006/main">
            <a:r>
              <a:t>这里先回放相同场景H08或H10的原始A/F轨迹：A实际返回虚拟秘密，F在读取前拒绝。然后运行离线操作员DEMO，检查文件和回调计数。DEMO是真实临时I/O，但不是模型自主攻击。我们展示证据与观察，不把页面上的DENY当成无副作用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security-lab/evidence/2026-10-11T15-04-14-292Z/results.json</a:t>
            </a:r>
          </a:p>
          <a:p xmlns:a="http://schemas.openxmlformats.org/drawingml/2006/main">
            <a:r>
              <a:t>competition-submission/3.0-final/有限凭据拒绝证据.json</a:t>
            </a:r>
          </a:p>
          <a:p xmlns:a="http://schemas.openxmlformats.org/drawingml/2006/main">
            <a:r>
              <a:t>test/gateway-acceptance.test.ts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40 秒。</a:t>
            </a:r>
          </a:p>
          <a:p xmlns:a="http://schemas.openxmlformats.org/drawingml/2006/main">
            <a:r>
              <a:t>冻结策略后，12个新间接攻击文本和4种正常任务各重复两次，两组共64次运行。A攻击效果4/24，F为0/24。F只有6/24任务存在拒绝，其余没有攻击效果不能计为主动拦截。重复相关、作者知晓设计，不是64个独立样本。AI审查和Canary触发均为0，不能归因其独立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security-lab/evidence/2026-10-11T15-04-14-292Z/results.json</a:t>
            </a:r>
          </a:p>
          <a:p xmlns:a="http://schemas.openxmlformats.org/drawingml/2006/main">
            <a:r>
              <a:t>competition-submission/roadshow-3.0/evidence/FROZEN_FACTS.json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30 秒。</a:t>
            </a:r>
          </a:p>
          <a:p xmlns:a="http://schemas.openxmlformats.org/drawingml/2006/main">
            <a:r>
              <a:t>最大边界是未接入的工具不受保护。原生宿主只有配置或部分hook证据，不能替代SDK验收。已开始并不合作的回调可能产生迟到副作用，文件句柄也不提供事务回滚。0/24和8/8只描述这一批任务。独立操作者E4还未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docs/3.0/SECURITY_BOUNDARIES.md</a:t>
            </a:r>
          </a:p>
          <a:p xmlns:a="http://schemas.openxmlformats.org/drawingml/2006/main">
            <a:r>
              <a:t>docs/3.0/AGENT_COVERAGE_MATRIX.md</a:t>
            </a:r>
          </a:p>
          <a:p xmlns:a="http://schemas.openxmlformats.org/drawingml/2006/main">
            <a:r>
              <a:t>test/gateway-acceptance.test.ts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25 秒。</a:t>
            </a:r>
          </a:p>
          <a:p xmlns:a="http://schemas.openxmlformats.org/drawingml/2006/main">
            <a:r>
              <a:t>项目公开免费候选、原始失败和贡献者套件。现有维护记录只有一期。未来先确认开发容量，再积累月度实录和真实外部复现；3.1先定接口版本与兼容规则，再验证一个可信宿主入口。E4与正式插件协议目前未验，谢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competition-submission/roadshow-3.0/development-plan-update/DEVELOPMENT_EVIDENCE_GATES.md</a:t>
            </a:r>
          </a:p>
          <a:p xmlns:a="http://schemas.openxmlformats.org/drawingml/2006/main">
            <a:r>
              <a:t>docs/competition/score-review-2026-10-12/MAINTENANCE_CAPACITY_AND_GATES.md</a:t>
            </a:r>
          </a:p>
          <a:p xmlns:a="http://schemas.openxmlformats.org/drawingml/2006/main">
            <a:r>
              <a:t>docs/competition/score-review-2026-10-12/MAINTENANCE_REVIEW_LOG.md</a:t>
            </a:r>
          </a:p>
          <a:p xmlns:a="http://schemas.openxmlformats.org/drawingml/2006/main">
            <a:r>
              <a:t>docs/competition/score-review-2026-10-12/EXTENSION_CONTRACT_SNAPSHOT.md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a257a5e5e9434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ed2d5cd7a64dd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0b00b805254ee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2b18b94dfc427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b61de3c5b4456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73d15be1a949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A7891B-DE0D-4879-8867-86B925E481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DBEB149-F0C3-4752-903A-12B5DB424F3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EDF60E2-1726-4838-940C-A9B1EE1153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DF6F5C-1385-4172-91CF-D2CB81B8E8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B8BB1BF-00E3-4FF3-9F76-D495DC748B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8531C19-9E27-4319-9082-767D8F5EED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59DA5A-7C75-47A3-B63D-0E64D2B791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3FBD2D2-E233-486E-9416-25A8638D4B6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BC15E6-3E56-4CC9-A8D6-83D7D96644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E89C69-2D35-445D-8CF1-C2A2748DF2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9ef78b1a454eec" /><Relationship Type="http://schemas.openxmlformats.org/officeDocument/2006/relationships/slideLayout" Target="/ppt/slideLayouts/slideLayout1.xml" Id="R3d4acbb5fed24875" /><Relationship Type="http://schemas.openxmlformats.org/officeDocument/2006/relationships/slideLayout" Target="/ppt/slideLayouts/slideLayout2.xml" Id="Rad57a2c6ce46477d" /><Relationship Type="http://schemas.openxmlformats.org/officeDocument/2006/relationships/slideLayout" Target="/ppt/slideLayouts/slideLayout3.xml" Id="R707ae91dee5c4763" /><Relationship Type="http://schemas.openxmlformats.org/officeDocument/2006/relationships/slideLayout" Target="/ppt/slideLayouts/slideLayout4.xml" Id="R90df59abcd9b4d85" /><Relationship Type="http://schemas.openxmlformats.org/officeDocument/2006/relationships/slideLayout" Target="/ppt/slideLayouts/slideLayout5.xml" Id="R29e73e4bfa564970" /><Relationship Type="http://schemas.openxmlformats.org/officeDocument/2006/relationships/slideLayout" Target="/ppt/slideLayouts/slideLayout6.xml" Id="R31b36b94b6074f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4acbb5fed24875"/>
    <p:sldLayoutId xmlns:r="http://schemas.openxmlformats.org/officeDocument/2006/relationships" id="2147483650" r:id="Rad57a2c6ce46477d"/>
    <p:sldLayoutId xmlns:r="http://schemas.openxmlformats.org/officeDocument/2006/relationships" id="2147483651" r:id="R707ae91dee5c4763"/>
    <p:sldLayoutId xmlns:r="http://schemas.openxmlformats.org/officeDocument/2006/relationships" id="2147483652" r:id="R90df59abcd9b4d85"/>
    <p:sldLayoutId xmlns:r="http://schemas.openxmlformats.org/officeDocument/2006/relationships" id="2147483653" r:id="R29e73e4bfa564970"/>
    <p:sldLayoutId xmlns:r="http://schemas.openxmlformats.org/officeDocument/2006/relationships" id="2147483654" r:id="R31b36b94b6074f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5a745ec53544f3" /><Relationship Type="http://schemas.openxmlformats.org/officeDocument/2006/relationships/notesSlide" Target="/ppt/notesSlides/notesSlide1.xml" Id="Rf56014194c6b43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6759a82dfb47ac" /><Relationship Type="http://schemas.openxmlformats.org/officeDocument/2006/relationships/notesSlide" Target="/ppt/notesSlides/notesSlide2.xml" Id="R4b072392031947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19a2cfb18845e8" /><Relationship Type="http://schemas.openxmlformats.org/officeDocument/2006/relationships/notesSlide" Target="/ppt/notesSlides/notesSlide3.xml" Id="Rda419533204e45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3b9d6cb46d45fe" /><Relationship Type="http://schemas.openxmlformats.org/officeDocument/2006/relationships/chart" Target="/ppt/slides/charts/chart1.xml" Id="Ra412553cda7c45cf" /><Relationship Type="http://schemas.openxmlformats.org/officeDocument/2006/relationships/notesSlide" Target="/ppt/notesSlides/notesSlide4.xml" Id="R667b2d885b7a42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b210ada3434a4e" /><Relationship Type="http://schemas.openxmlformats.org/officeDocument/2006/relationships/notesSlide" Target="/ppt/notesSlides/notesSlide5.xml" Id="Re7941ee5c65644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ba6d8ff06140c6" /><Relationship Type="http://schemas.openxmlformats.org/officeDocument/2006/relationships/notesSlide" Target="/ppt/notesSlides/notesSlide6.xml" Id="R781d5780e784404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实际攻击效果次数</c:v>
          </c:tx>
          <c:spPr>
            <a:solidFill xmlns:a="http://schemas.openxmlformats.org/drawingml/2006/main">
              <a:srgbClr val="087C76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A 无保护</c:v>
                </c:pt>
                <c:pt idx="1">
                  <c:v>F 完整系统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4</c:v>
                </c:pt>
                <c:pt idx="1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82A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7F8FA"/>
        </a:solidFill>
      </c:spPr>
    </c:plotArea>
    <c:plotVisOnly val="1"/>
  </c:chart>
  <c:spPr>
    <a:solidFill xmlns:a="http://schemas.openxmlformats.org/drawingml/2006/main">
      <a:srgbClr val="F7F8FA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5D8C4-99BF-4509-A57C-61F99EEE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AFC7D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AFC7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FC7DD"/>
                </a:solidFill>
                <a:latin typeface="Microsoft YaHei"/>
                <a:ea typeface="Microsoft YaHei"/>
                <a:cs typeface="Microsoft YaHei"/>
              </a:rPr>
              <a:t>2026 上海开源软件应用创新大赛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C1614-6191-4EE4-9404-321461AE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Canary 3.0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3E287-8953-4578-9D14-B145FEB0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0">
                <a:solidFill>
                  <a:srgbClr val="84D8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925" b="0">
                <a:solidFill>
                  <a:srgbClr val="84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0">
                <a:solidFill>
                  <a:srgbClr val="84D8D0"/>
                </a:solidFill>
                <a:latin typeface="Microsoft YaHei"/>
                <a:ea typeface="Microsoft YaHei"/>
                <a:cs typeface="Microsoft YaHei"/>
              </a:rPr>
              <a:t>可验证的 AI Agent 执行前安全控制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B16D6-FC70-47AB-8AD8-F78B4889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rPr>
              <a:t>唐林博豪 · 闽江大学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55B92-EEBE-4AC1-95A1-D87533F6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815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rPr>
              <a:t>开源 AI 工具赛道 · 自主选题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9729F-1168-4A04-99FB-52F2F107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768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rPr>
              <a:t>运行时冻结 99660b36 · MIT Community 候选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CC5A4-CD02-4EAC-A6B2-BDF01C7E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EB7C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EB7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EB7CF"/>
                </a:solidFill>
                <a:latin typeface="Microsoft YaHei"/>
                <a:ea typeface="Microsoft YaHei"/>
                <a:cs typeface="Microsoft YaHei"/>
              </a:rPr>
              <a:t>99660b36 · 限定受控 SDK 工具 · 1/6</a:t>
            </a:r>
          </a:p>
        </p:txBody>
      </p:sp>
    </p:spTree>
    <p:extLst>
      <p:ext uri="{BB962C8B-B14F-4D97-AF65-F5344CB8AC3E}">
        <p14:creationId xmlns:p14="http://schemas.microsoft.com/office/powerpoint/2010/main" val="14809327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BF90A-4BAC-4C6C-8ABF-C75DBA9A9DB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677150" y="291465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C76"/>
            </a:solidFill>
            <a:headEnd type="none" w="med" len="me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140D3-AC50-4FAB-8EA1-A4B34CA459CF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448050" y="29146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C76"/>
            </a:solidFill>
            <a:headEnd type="none" w="med" len="med"/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19B52-E4AB-4646-872B-19352675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D3CDD-D915-4809-841E-3C1BB8CB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可信执行入口与信任边界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A3C5E-B8A0-4C2B-A90B-D5DC879F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9525">
            <a:solidFill>
              <a:srgbClr val="D8E0E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真实模型 / SDK Agent</a:t>
            </a:r>
          </a:p>
          <a:p xmlns:a="http://schemas.openxmlformats.org/drawingml/2006/main">
            <a: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提出工具请求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EF3D5-2747-4FD2-8603-A018EA88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43150"/>
            <a:ext cx="3086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EC"/>
          </a:solidFill>
          <a:ln xmlns:a="http://schemas.openxmlformats.org/drawingml/2006/main" w="9525">
            <a:solidFill>
              <a:srgbClr val="D8E0E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可信执行网关</a:t>
            </a:r>
          </a:p>
          <a:p xmlns:a="http://schemas.openxmlformats.org/drawingml/2006/main">
            <a: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权限 / Guard / 审批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DC38D-A0B9-4374-B465-FF9C6483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800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9525">
            <a:solidFill>
              <a:srgbClr val="D8E0E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登记执行器</a:t>
            </a:r>
          </a:p>
          <a:p xmlns:a="http://schemas.openxmlformats.org/drawingml/2006/main">
            <a: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实际工具与目标观察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3C09F-FC4A-4547-A9AD-8CF2F821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288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低信任输入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EED44-0BE7-4B0F-A91B-F2FC6FC7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28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可信宿主控制此边界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8231E9-5D98-4302-A64B-3D5D6B67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文件句柄、固定命令与批准目标限制执行范围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F5B12-AFB1-4A9C-ABA0-3A808F81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72025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AI 提供建议，operator 持有审批权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F6288-1B9D-469F-AB01-789D5840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11010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rPr>
              <a:t>未接入工具不受此网关保护，网关不提供完整 OS 沙箱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22CEAD-444C-4BBB-AC1E-4E13068C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2/6</a:t>
            </a:r>
          </a:p>
        </p:txBody>
      </p:sp>
    </p:spTree>
    <p:extLst>
      <p:ext uri="{BB962C8B-B14F-4D97-AF65-F5344CB8AC3E}">
        <p14:creationId xmlns:p14="http://schemas.microsoft.com/office/powerpoint/2010/main" val="5743140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96E94-16DD-4F1F-826E-2D3FAC69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F4EC1-335E-4490-8DCA-CFF443D8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真实目标见证执行前拒绝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CE1F2-FEB7-48C0-B17D-73D09C9E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A：无保护，虚拟 secret 实际返回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11A5A-2FA7-424A-A710-1811304C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F：credential_resource_denied，执行 NOT_STARTED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B1610-246D-4E98-BD43-D869535D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见证：秘密未返回、文件未变、测试接收端为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60603-0028-402D-B587-2895C8E6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正常任务：读取、写入、构建和有限网络仍可完成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D6739-1D85-4963-8B58-AAB1AF60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3/6</a:t>
            </a:r>
          </a:p>
        </p:txBody>
      </p:sp>
    </p:spTree>
    <p:extLst>
      <p:ext uri="{BB962C8B-B14F-4D97-AF65-F5344CB8AC3E}">
        <p14:creationId xmlns:p14="http://schemas.microsoft.com/office/powerpoint/2010/main" val="798068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66517-CA9A-4F7C-BC32-2D42C5D3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6B4A1-3ADF-4CC8-B0E3-373D6B60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真实 Qwen 留出对照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AD352-642E-4691-B1DE-02BAD71B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本批实际攻击效果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53EAE-BB1F-4EE6-A32F-EECA9F60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3857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7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87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rPr>
              <a:t>4/24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7CF18-1736-4EB8-862F-B7AC50F9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A 无保护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46E94-C018-45A2-BDE5-803AD662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3857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8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0/24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81BBC1-9D3A-456F-B95E-19AA7621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F 完整系统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55CC49F1-8F61-4FB4-A5B0-0DA2F280D377}"/>
              </a:ext>
            </a:extLst>
          </p:cNvPr>
          <p:cNvGraphicFramePr/>
          <p:nvPr/>
        </p:nvGraphicFramePr>
        <p:xfrm>
          <a:off xmlns:a="http://schemas.openxmlformats.org/drawingml/2006/main" x="4591050" y="2124075"/>
          <a:ext xmlns:a="http://schemas.openxmlformats.org/drawingml/2006/main" cx="67246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12553cda7c45cf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6297E-40FD-482E-A5E7-0E7E16E3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219700"/>
            <a:ext cx="681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F 有拒绝任务 6/24     正常任务 A/F 均 8/8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4C1E3-EEE0-4779-A928-A3D1EDC7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762625"/>
            <a:ext cx="681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12 攻击文本 × 2 次重复；作者知情、固定种子、重复相关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195B2-4293-49B7-BE68-C7840DAC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4/6</a:t>
            </a:r>
          </a:p>
        </p:txBody>
      </p:sp>
    </p:spTree>
    <p:extLst>
      <p:ext uri="{BB962C8B-B14F-4D97-AF65-F5344CB8AC3E}">
        <p14:creationId xmlns:p14="http://schemas.microsoft.com/office/powerpoint/2010/main" val="10508857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72DC7-A641-4DBD-8FC1-7DEE2902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36957-9E23-4180-AC68-18712778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安全边界与未证实结论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6A813-D93F-4487-9311-50F00EA2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VERIFIED：受控 SDK 登记工具的有限执行前控制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0C512-20DC-4499-8524-C085A80B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NOT VERIFIED：原生 Codex / Claude / Cursor 全局覆盖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7508A-76EF-470A-BE84-1680B0BE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PARTIAL：不合作回调、旧 inode 效果、公网 DNS 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05B9B-0CA5-41D7-939F-F2E2D99F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NOT MEASURED：AI / 自适应独立收益与总体误报率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FA847-4D79-409C-A546-69A8290C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rPr>
              <a:t>0/24 是本批观察，不能表示 100% 防护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48E77-33D0-4AD6-9F3C-B54E7E07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5/6</a:t>
            </a:r>
          </a:p>
        </p:txBody>
      </p:sp>
    </p:spTree>
    <p:extLst>
      <p:ext uri="{BB962C8B-B14F-4D97-AF65-F5344CB8AC3E}">
        <p14:creationId xmlns:p14="http://schemas.microsoft.com/office/powerpoint/2010/main" val="9253648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BC3BF-AE71-4B35-B841-97905EA2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BA75F-DE69-4190-9EE8-65E67912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开源贡献与后续验收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B1A7E-8785-49E1-AC32-08400436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已有：免费候选、复现包、SDK 贡献模板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3AFAC-DAE4-4C11-9878-5387A7CB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容量：开发预算待确认，资源不足延期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ECA49-4706-4896-A871-19FF0EEA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维护 / 参与：月度实录与真实外部复现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C42D6-A365-4135-B3F7-F92F5186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3.1：协议版本与兼容测试 → 一个宿主入口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D5F1D-7F48-483F-AA7D-BE386E1D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未来门槛，不作为已经完成的安全证据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5720D-6830-4BDE-A668-855415B1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6/6</a:t>
            </a:r>
          </a:p>
        </p:txBody>
      </p:sp>
    </p:spTree>
    <p:extLst>
      <p:ext uri="{BB962C8B-B14F-4D97-AF65-F5344CB8AC3E}">
        <p14:creationId xmlns:p14="http://schemas.microsoft.com/office/powerpoint/2010/main" val="11621677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2026-10-12T01:01:24.0270000Z</dcterms:created>
  <dcterms:modified xsi:type="dcterms:W3CDTF">2026-10-12T01:01:24.0270000Z</dcterms:modified>
</coreProperties>
</file>