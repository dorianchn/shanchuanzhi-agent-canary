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264b0d37f34eec" /><Relationship Type="http://schemas.openxmlformats.org/officeDocument/2006/relationships/extended-properties" Target="/docProps/app.xml" Id="R74305541e82d48d3" /><Relationship Type="http://schemas.openxmlformats.org/officeDocument/2006/relationships/officeDocument" Target="/ppt/presentation.xml" Id="R06bc9dbf57ae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883da74eb74efc"/>
  </p:sldMasterIdLst>
  <p:notesMasterIdLst>
    <p:notesMasterId xmlns:r="http://schemas.openxmlformats.org/officeDocument/2006/relationships" r:id="Rd9cef1d1459a4ead"/>
  </p:notesMasterIdLst>
  <p:sldIdLst>
    <p:sldId xmlns:r="http://schemas.openxmlformats.org/officeDocument/2006/relationships" id="256" r:id="Ra466db2a86634110"/>
    <p:sldId xmlns:r="http://schemas.openxmlformats.org/officeDocument/2006/relationships" id="257" r:id="Rfebe056aea804436"/>
    <p:sldId xmlns:r="http://schemas.openxmlformats.org/officeDocument/2006/relationships" id="258" r:id="Rb025c7eec6794c4e"/>
    <p:sldId xmlns:r="http://schemas.openxmlformats.org/officeDocument/2006/relationships" id="259" r:id="Ra86ae65c6f284507"/>
    <p:sldId xmlns:r="http://schemas.openxmlformats.org/officeDocument/2006/relationships" id="260" r:id="Rc630134e5a414554"/>
    <p:sldId xmlns:r="http://schemas.openxmlformats.org/officeDocument/2006/relationships" id="261" r:id="Rd1bcf0ab5bda4c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e8eff71cb47ae" /><Relationship Type="http://schemas.openxmlformats.org/officeDocument/2006/relationships/slideMaster" Target="/ppt/slideMasters/slideMaster1.xml" Id="R9f883da74eb74efc" /><Relationship Type="http://schemas.openxmlformats.org/officeDocument/2006/relationships/notesMaster" Target="/ppt/notesMasters/notesMaster1.xml" Id="Rd9cef1d1459a4ead" /><Relationship Type="http://schemas.openxmlformats.org/officeDocument/2006/relationships/presProps" Target="/ppt/presProps.xml" Id="R4379f2a7737a4c54" /><Relationship Type="http://schemas.openxmlformats.org/officeDocument/2006/relationships/tableStyles" Target="/ppt/tableStyles.xml" Id="R69b64a5bdb894782" /><Relationship Type="http://schemas.openxmlformats.org/officeDocument/2006/relationships/slide" Target="/ppt/slides/slide1.xml" Id="Ra466db2a86634110" /><Relationship Type="http://schemas.openxmlformats.org/officeDocument/2006/relationships/slide" Target="/ppt/slides/slide2.xml" Id="Rfebe056aea804436" /><Relationship Type="http://schemas.openxmlformats.org/officeDocument/2006/relationships/slide" Target="/ppt/slides/slide3.xml" Id="Rb025c7eec6794c4e" /><Relationship Type="http://schemas.openxmlformats.org/officeDocument/2006/relationships/slide" Target="/ppt/slides/slide4.xml" Id="Ra86ae65c6f284507" /><Relationship Type="http://schemas.openxmlformats.org/officeDocument/2006/relationships/slide" Target="/ppt/slides/slide5.xml" Id="Rc630134e5a414554" /><Relationship Type="http://schemas.openxmlformats.org/officeDocument/2006/relationships/slide" Target="/ppt/slides/slide6.xml" Id="Rd1bcf0ab5bda4c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70788083c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e1c5671794748" /><Relationship Type="http://schemas.openxmlformats.org/officeDocument/2006/relationships/notesMaster" Target="/ppt/notesMasters/notesMaster1.xml" Id="R7019f7068b12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84fa26687c40fc" /><Relationship Type="http://schemas.openxmlformats.org/officeDocument/2006/relationships/notesMaster" Target="/ppt/notesMasters/notesMaster1.xml" Id="R463ca819df23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5ab4c06d2249a9" /><Relationship Type="http://schemas.openxmlformats.org/officeDocument/2006/relationships/notesMaster" Target="/ppt/notesMasters/notesMaster1.xml" Id="R201223c717a048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bd1371e80452e" /><Relationship Type="http://schemas.openxmlformats.org/officeDocument/2006/relationships/notesMaster" Target="/ppt/notesMasters/notesMaster1.xml" Id="Raab0b780f7764c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b3660592c24d45" /><Relationship Type="http://schemas.openxmlformats.org/officeDocument/2006/relationships/notesMaster" Target="/ppt/notesMasters/notesMaster1.xml" Id="R6655c822d4434e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c9a07fbde14d6c" /><Relationship Type="http://schemas.openxmlformats.org/officeDocument/2006/relationships/notesMaster" Target="/ppt/notesMasters/notesMaster1.xml" Id="R27987a44724342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秒。</a:t>
            </a:r>
          </a:p>
          <a:p xmlns:a="http://schemas.openxmlformats.org/drawingml/2006/main">
            <a:r>
              <a:t>各位评委好，我是唐林博豪。Agent Canary 面向能够调用工具的 AI Agent，目标是在可信入口检查权限，并让第三方核对实际目标效果。今天展示限定受控 SDK 的工程证据，不作全局防护承诺。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模型只持有 dispatch。宿主持有工具描述、文件句柄和审批能力。网关在执行前检查参数与最小权限，必要时要求人工审批。文件使用预持有句柄，命令采用固定程序和参数，网络限制批准目标。该入口控制登记能力，不是系统调用级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src/runtime/gateway.ts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这里先回放相同场景H08或H10的原始A/F轨迹：A实际返回虚拟秘密，F在读取前拒绝。然后运行离线操作员DEMO，检查文件和回调计数。DEMO是真实临时I/O，但不是模型自主攻击。我们展示证据与观察，不把页面上的DENY当成无副作用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competition-submission/3.0-final/有限凭据拒绝证据.json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冻结策略后，12个新间接攻击文本和4种正常任务各重复两次，两组共64次运行。A攻击效果4/24，F为0/24。F只有6/24任务存在拒绝，其余没有攻击效果不能计为主动拦截。重复相关、作者知晓设计，不是64个独立样本。AI审查和Canary触发均为0，不能归因其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competition-submission/roadshow-3.0/evidence/FROZEN_FACTS.json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</a:t>
            </a:r>
          </a:p>
          <a:p xmlns:a="http://schemas.openxmlformats.org/drawingml/2006/main">
            <a:r>
              <a:t>最大边界是未接入的工具不受保护。原生宿主只有配置或部分hook证据，不能替代SDK验收。已开始并不合作的回调可能产生迟到副作用，文件句柄也不提供事务回滚。0/24和8/8只描述这一批任务。独立操作者E4还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免费候选可下载自检，原始失败和安全边界一并公开。当前E4、原生宿主全覆盖、AI独立收益尚缺。未来先解决这些证据缺口，再扩展团队管理。谢谢。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docs/3.0/EVIDENCE_ASSURANCE_MAPPING.md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8b0ff303d4c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47ce8fa1b4b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866452a8f4b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b2233df5344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9cbe009a043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bbe8f686c42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8F19A7-5626-43E3-BBCC-D37208AAA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F206A9-423E-4206-80EC-CA9EDA1D0D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BEE067-5AC3-4182-9BF6-9BF31C068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D76F6D-98AA-4FF2-B5D4-CF141CE8F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00704A-E980-471F-BAD6-4BAC13E76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EF3CC7-308A-4A32-9BB8-652066B2E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6C86FF-7CF6-4C1C-B4E6-12ED37F2D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5D13FC-D702-4062-8CC6-670718059D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C3FC47-771E-44D6-A06B-BA53C2DD0B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C97FA0-63AD-42DE-8821-5416E24824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b61ed98f7f4d1f" /><Relationship Type="http://schemas.openxmlformats.org/officeDocument/2006/relationships/slideLayout" Target="/ppt/slideLayouts/slideLayout1.xml" Id="Red61878d98484d74" /><Relationship Type="http://schemas.openxmlformats.org/officeDocument/2006/relationships/slideLayout" Target="/ppt/slideLayouts/slideLayout2.xml" Id="R32726adfe61e45b1" /><Relationship Type="http://schemas.openxmlformats.org/officeDocument/2006/relationships/slideLayout" Target="/ppt/slideLayouts/slideLayout3.xml" Id="R1f15661f9ebb4bac" /><Relationship Type="http://schemas.openxmlformats.org/officeDocument/2006/relationships/slideLayout" Target="/ppt/slideLayouts/slideLayout4.xml" Id="R1af9d4dff5994672" /><Relationship Type="http://schemas.openxmlformats.org/officeDocument/2006/relationships/slideLayout" Target="/ppt/slideLayouts/slideLayout5.xml" Id="R917a9eee45c5451e" /><Relationship Type="http://schemas.openxmlformats.org/officeDocument/2006/relationships/slideLayout" Target="/ppt/slideLayouts/slideLayout6.xml" Id="R12d02fa413ba4c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1878d98484d74"/>
    <p:sldLayoutId xmlns:r="http://schemas.openxmlformats.org/officeDocument/2006/relationships" id="2147483650" r:id="R32726adfe61e45b1"/>
    <p:sldLayoutId xmlns:r="http://schemas.openxmlformats.org/officeDocument/2006/relationships" id="2147483651" r:id="R1f15661f9ebb4bac"/>
    <p:sldLayoutId xmlns:r="http://schemas.openxmlformats.org/officeDocument/2006/relationships" id="2147483652" r:id="R1af9d4dff5994672"/>
    <p:sldLayoutId xmlns:r="http://schemas.openxmlformats.org/officeDocument/2006/relationships" id="2147483653" r:id="R917a9eee45c5451e"/>
    <p:sldLayoutId xmlns:r="http://schemas.openxmlformats.org/officeDocument/2006/relationships" id="2147483654" r:id="R12d02fa413ba4c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e99e74f144bee" /><Relationship Type="http://schemas.openxmlformats.org/officeDocument/2006/relationships/notesSlide" Target="/ppt/notesSlides/notesSlide1.xml" Id="Radaf7fece7a6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671aaa20742cd" /><Relationship Type="http://schemas.openxmlformats.org/officeDocument/2006/relationships/notesSlide" Target="/ppt/notesSlides/notesSlide2.xml" Id="Rbfa252e83a2a45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14208abe64e23" /><Relationship Type="http://schemas.openxmlformats.org/officeDocument/2006/relationships/notesSlide" Target="/ppt/notesSlides/notesSlide3.xml" Id="Re2f9f324f6284e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44bf9ee594530" /><Relationship Type="http://schemas.openxmlformats.org/officeDocument/2006/relationships/chart" Target="/ppt/slides/charts/chart1.xml" Id="R7eb58c2b91c54e29" /><Relationship Type="http://schemas.openxmlformats.org/officeDocument/2006/relationships/notesSlide" Target="/ppt/notesSlides/notesSlide4.xml" Id="R8e56718e8e094b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e3f21cbb74c88" /><Relationship Type="http://schemas.openxmlformats.org/officeDocument/2006/relationships/notesSlide" Target="/ppt/notesSlides/notesSlide5.xml" Id="R938945b66c354c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495a00dc24627" /><Relationship Type="http://schemas.openxmlformats.org/officeDocument/2006/relationships/notesSlide" Target="/ppt/notesSlides/notesSlide6.xml" Id="R05bef0d0a41443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实际攻击效果次数</c:v>
          </c:tx>
          <c:spPr>
            <a:solidFill xmlns:a="http://schemas.openxmlformats.org/drawingml/2006/main">
              <a:srgbClr val="08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 无保护</c:v>
                </c:pt>
                <c:pt idx="1">
                  <c:v>F 完整系统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569EA-0A46-4DC9-B123-D4368527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rPr>
              <a:t>2026 上海开源软件应用创新大赛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F3576-5343-4C97-ABD3-0D1E1DD0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Canary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5067F-E938-4C43-97E4-86339BEF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rPr>
              <a:t>可验证的 AI Agent 执行前安全控制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27064-EDE3-44ED-8B63-E96AEA4C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唐林博豪 · 闽江大学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5C69E-7086-4C40-AFBD-B122EB80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开源 AI 工具赛道 · 自主选题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3556C-FF7D-486B-A8B2-9A35F112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运行时冻结 99660b36 · MIT Community 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30D31-E75C-43D6-B433-CB078C9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rPr>
              <a:t>99660b36 · 限定受控 SDK 工具 · 1/6</a:t>
            </a:r>
          </a:p>
        </p:txBody>
      </p:sp>
    </p:spTree>
    <p:extLst>
      <p:ext uri="{BB962C8B-B14F-4D97-AF65-F5344CB8AC3E}">
        <p14:creationId xmlns:p14="http://schemas.microsoft.com/office/powerpoint/2010/main" val="883438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ACF53-97AC-4664-B4C3-1D5B357B709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77150" y="29146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EF749-30DE-417F-90FD-9FFAB88CFC6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48050" y="2914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C76"/>
            </a:solidFill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4CD53-7007-47A8-88B8-F000071A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51556-7C8C-41C3-8750-1DE6C30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可信执行入口与信任边界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6020E-3FF2-4D15-BD9E-AC09A9A3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真实模型 / SDK Agent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提出工具请求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B45DB-3F30-4451-9FA1-ED689FC1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86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可信执行网关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权限 / Guard / 审批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BE680-953B-4132-9F0A-75F62597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800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E0E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登记执行器</a:t>
            </a:r>
          </a:p>
          <a:p xmlns:a="http://schemas.openxmlformats.org/drawingml/2006/main">
            <a:pPr algn="ctr">
              <a:def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实际工具与目标观察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A48B7-4147-4E2D-8CFA-CA25E5A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低信任输入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39889-A521-49DD-84C2-CD23B275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可信宿主控制此边界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E67C-B5FA-47C0-B2B4-A5CF3C5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文件句柄、固定命令与批准目标限制执行范围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1348F-95EF-42C5-A3C5-89E2525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AI 提供建议，operator 持有审批权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2D525-6D26-4C45-9797-BB7BE240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未接入工具不受此网关保护，网关不提供完整 OS 沙箱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08F7F-D220-42F8-B51D-1249770E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2/6</a:t>
            </a:r>
          </a:p>
        </p:txBody>
      </p:sp>
    </p:spTree>
    <p:extLst>
      <p:ext uri="{BB962C8B-B14F-4D97-AF65-F5344CB8AC3E}">
        <p14:creationId xmlns:p14="http://schemas.microsoft.com/office/powerpoint/2010/main" val="1465846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3E87C-5492-4A7E-9849-4D93340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D2899-8692-42B0-A3A5-0BC1452C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真实目标见证执行前拒绝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3DBE9-0DD5-43D5-9522-336E0B8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A：无保护，虚拟 secret 实际返回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9B655-00B9-49FF-8D7B-174095DE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F：credential_resource_denied，执行 NOT_STARTED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078F2-EC4E-4FC5-AC21-6C495759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见证：秘密未返回、文件未变、测试接收端为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5E06A-B996-488E-9239-F8BC7CC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正常任务：读取、写入、构建和有限网络仍可完成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D9FB3-FFDD-43D2-BC53-5258B57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3/6</a:t>
            </a:r>
          </a:p>
        </p:txBody>
      </p:sp>
    </p:spTree>
    <p:extLst>
      <p:ext uri="{BB962C8B-B14F-4D97-AF65-F5344CB8AC3E}">
        <p14:creationId xmlns:p14="http://schemas.microsoft.com/office/powerpoint/2010/main" val="931470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9573C-06DD-4731-9D5C-C2E63ED2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F0E51-E5C9-4237-B255-E406C535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 Qwen 留出对照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C94DE-AD91-4774-8566-8853324E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本批实际攻击效果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E4FAE-B17E-4D4C-AE33-B3BE6653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879BB-33EA-4738-86C5-2961738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 无保护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74980-4C59-4DAD-A777-B28E2DA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2B7B9-361B-4780-8E0A-7529D696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完整系统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AC2425C-6B5D-4898-B272-B1CE2D259DDE}"/>
              </a:ext>
            </a:extLst>
          </p:cNvPr>
          <p:cNvGraphicFramePr/>
          <p:nvPr/>
        </p:nvGraphicFramePr>
        <p:xfrm>
          <a:off xmlns:a="http://schemas.openxmlformats.org/drawingml/2006/main" x="4591050" y="2124075"/>
          <a:ext xmlns:a="http://schemas.openxmlformats.org/drawingml/2006/main" cx="67246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b58c2b91c54e2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4A2AD-5B72-4409-8666-D5F26BB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有拒绝任务 6/24     正常任务 A/F 均 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B3FB9-4D05-41D5-9654-0D997E4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62625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12 攻击文本 × 2 次重复；作者知情、固定种子、重复相关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07BB8-78A2-439B-A4CF-11DCD08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4/6</a:t>
            </a:r>
          </a:p>
        </p:txBody>
      </p:sp>
    </p:spTree>
    <p:extLst>
      <p:ext uri="{BB962C8B-B14F-4D97-AF65-F5344CB8AC3E}">
        <p14:creationId xmlns:p14="http://schemas.microsoft.com/office/powerpoint/2010/main" val="157169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1CFDF-E06A-470F-BEA2-802C5A01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02680-FC37-455B-8ED4-DCECD735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安全边界与未证实结论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B0E05-1F5A-47C5-A77B-BAC0DF0C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VERIFIED：受控 SDK 登记工具的有限执行前控制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C0EB1-C774-452B-B27D-370539E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VERIFIED：原生 Codex / Claude / Cursor 全局覆盖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06545-4BCC-44E2-93EF-62A110AD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PARTIAL：不合作回调、旧 inode 效果、公网 DNS 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1F912-C9C3-4990-86E6-7AE6CC1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NOT MEASURED：AI / 自适应独立收益与总体误报率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90427-CA86-4E30-BF88-E185806E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0/24 是本批观察，不能表示 100% 防护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2E3B7-B9CA-46D4-8E54-380660ED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5/6</a:t>
            </a:r>
          </a:p>
        </p:txBody>
      </p:sp>
    </p:spTree>
    <p:extLst>
      <p:ext uri="{BB962C8B-B14F-4D97-AF65-F5344CB8AC3E}">
        <p14:creationId xmlns:p14="http://schemas.microsoft.com/office/powerpoint/2010/main" val="545731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76D0B-3FED-49FA-A062-8DC9F6C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8A2C5-7F73-4215-AF64-79951BF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开放复现与长期维护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F97D7-8726-4BF3-B070-E67399D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MIT 免费候选与冻结源码可公开下载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E5349-24FC-4A70-9E4F-2320E7F4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原始正/负例、失败记录与独立复现套件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A290D-7C7F-4DBC-92B2-8EEB5250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下一步：外部复现、一个原生入口与公平消融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2F98F-F713-48DE-97BC-B61DF35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6/6</a:t>
            </a:r>
          </a:p>
        </p:txBody>
      </p:sp>
    </p:spTree>
    <p:extLst>
      <p:ext uri="{BB962C8B-B14F-4D97-AF65-F5344CB8AC3E}">
        <p14:creationId xmlns:p14="http://schemas.microsoft.com/office/powerpoint/2010/main" val="272195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2026-10-11T16:59:40.3130000Z</dcterms:created>
  <dcterms:modified xsi:type="dcterms:W3CDTF">2026-10-11T16:59:40.3130000Z</dcterms:modified>
</coreProperties>
</file>